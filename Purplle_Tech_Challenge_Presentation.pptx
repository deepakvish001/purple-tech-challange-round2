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Store Intelligence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FF"/>
                </a:solidFill>
              </a:defRPr>
            </a:pPr>
            <a:r>
              <a:t>Purplle Tech Challenge 2026 — Round 2</a:t>
            </a:r>
          </a:p>
          <a:p/>
          <a:p>
            <a:r>
              <a:t>End-to-End CCTV → Business Metrics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🎯 Build an AI-powered store intelligence system from raw CCTV footage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📊 Turn raw detection events + POS receipts into business-relevant metrics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⚡ Real-time analytics: footfall, zone engagement, funnel conversion, anomalies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🏗️ Production-ready system with live dashboard and REST API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No 680MB footage required — use synthetic event simulation for rapid iteration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1️⃣ Ingest: Video reader + YOLO detection + ByteTrack tracking → structured events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2️⃣ Event Bus: Redis streams for real-time event flow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3️⃣ Aggregator: Pure state machine that stitches events → sessions + funnel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4️⃣ Analytics: Metrics, anomalies, POS receipt matching (±90s window)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5️⃣ API: FastAPI with live endpoints + OpenAPI docs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6️⃣ Dashboard: Streamlit UI auto-refreshing every 5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✨ Synthetic-First: Deterministic event publisher → verifiable pipeline in 60s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🔄 Event-Driven: Loose coupling via Redis streams, scalable across workers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⚙️ Pure State Machine: Session aggregator has no side effects (testable, deterministic)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🗄️ Postgres + Materialised Views: ACID guarantees + efficient analytics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🧪 Comprehensive Testing: Unit, integration, benchmarks with pytest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📦 Docker Compose: Single-command deployment (no raw data in repo)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🐍 Backend: Python, FastAPI, Streamlit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👁️ Vision: OpenCV, YOLO (detection), ByteTrack (tracking)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📡 Messaging: Redis streams for real-time events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🗄️ Database: Postgres with JSON + materialised views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🐳 Deployment: Docker Compose, Prometheus metrics export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Testing: pytest, pytest-benchmark, ruff linting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Detection &amp; Tracking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📹 Input: CCTV frames (or synthetic events for testing)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🔍 Detection: YOLO v8 identifies persons, staff, products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👤 Tracking: ByteTrack associates detections across frames → unique track IDs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🗺️ Geo-Mapping: Assigns each track to a store zone (shelf, entry, cash counter)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📊 Output: Structured events (person_entered, zone_entered, checkout_observed, etc.)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⚡ Pace Control: SYNTH_PACE env var = 1.0 (wall-clock) or 0 (immediate) for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Event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Core Events: person_entered, zone_entered, zone_dwell, checkout_observed, person_exited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Finance: pos_receipt (invoice, total, payment mode, timestamp)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Staff: staff_observed (for anomaly detection)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Schema: timestamp, store_id, camera_id, track_id, embedding_id, role (customer/staff)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Why This Design: Minimal, funnel-friendly, enables session reconstruction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Format: JSON → Redis → Aggregator state machine → Postgres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Session Aggregation &amp;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🏪 Detect Sessions: person_entered → track unique embeddings until person_exited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📈 Build Funnel: Entry → Browse (zone_entered) → Checkout → Purchase (pos_receipt)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💰 Match POS: Receipt timestamp vs checkout timestamp (±90 second window)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🎯 Classification: Browsed, Abandoned Cart, Purchased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⏱️ Metrics: Session duration, zones visited, dwell time per zone, conversion rate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🔧 State Machine: Pure Python, zero I/O → deterministic, testable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Real-Time Metrics &amp; 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📊 Live KPIs: Footfall, zone heat, conversion funnel stages, revenue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📈 Trending: Hourly/daily breakdowns, average session time, repeat customers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🚨 Anomalies: Detect unusual zone dwell times, conversion drops, staff presence patterns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🔄 Refresh Rate: Aggregator materialised views updated every 30s, dashboard every 5s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🎨 Dashboard: Streamlit UI with charts, metrics cards, activity feed, session detail view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📡 Prometheus: Metrics export for monitoring (localhost:8000/metrics-prom)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Production-Ready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🔗 REST API: /metrics, /funnel, /zones, /anomalies, /sessions/{id}, /cameras, /sales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📖 OpenAPI: Auto-generated docs at /docs (with Swagger UI)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Health Check: /healthz endpoint + graceful shutdown on SIGINT/SIGTERM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🔐 Error Handling: Proper HTTP status codes, structured error responses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📊 Observability: Prometheus metrics, structured JSON logging, request tracing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🚀 Scalability: Stateless API workers, session state in Postgres, events in Redis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Testing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🧪 Unit Tests: Synth timeline, session logic, geom (zone mapping), event parsing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🔗 Integration Tests: Synth → metrics (full pipeline), sales endpoint with receipts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⏱️ Benchmarks: Timeline generation (10, 100, 500 sessions) with pytest-benchmark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📈 Coverage: ~80% line coverage on core logic, deterministic test timelines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🚀 Run Tests: ./scripts/run_tests.sh all | unit | integration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📊 Benchmark: pip install pytest-benchmark &amp;&amp; ./scripts/run_benchmarks.sh myrun1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Key Results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Full end-to-end pipeline: detection → aggregation → API → dashboard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📊 Benchmark Results: Timeline generation (10 sessions: &lt;10ms, 500 sessions: &lt;500ms)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🎯 Test Coverage: 85+ unit + integration tests, all passing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🚀 Dashboard: Live metrics, funnel visualization, anomaly alerts, session drill-down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🔗 API Endpoints: 8+ endpoints, OpenAPI docs, Prometheus metrics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💾 Data: Postgres persistence, Redis event streaming, no raw CCTV in repo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Trade-offs &amp; Deferred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Shipped: Full pipeline, synthetic simulator, production API, comprehensive tests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⏭️ Deferred: Real-time video processing (batch mode instead), advanced ML anomaly detection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🔄 Why Redis over Kafka: Simplicity + sufficient throughput for single store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🗄️ Why Postgres over NoSQL: ACID guarantees, materialised views, JSON support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🔧 Why Pure State Machine: Determinism enables offline testing without Redis/DB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📌 Why Synthetic Events: Decouples pipeline testing from 680MB footage download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Code: GitHub (no raw CCTV or full POS exports)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README: Quick-start, helper scripts, test/benchmark commands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Docs: DESIGN.md, CHOICES.md, EVENT_SCHEMA.md, SUBMISSION.md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Tests: Unit + integration passing, benchmarks documented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Scripts: ./scripts/start.sh, run_tests.sh, run_benchmarks.sh (cross-platform)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✅ Deployment: Docker Compose, single-command startup, no setup friction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1970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🏆 Shipped: Production-ready store intelligence system with real-time analytics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🎯 Focus: System design &gt; individual components, trade-offs driven by constraints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🚀 What's Next: Real video integration, multi-store federation, ML fine-tuning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📚 Learning: Event-driven architecture, state machines, production API design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💡 Key Insight: Synthetic-first approach enables fast iteration and deterministic testing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✨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